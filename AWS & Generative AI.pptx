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nton" charset="1" panose="000005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291358" y="4563338"/>
            <a:ext cx="22211183" cy="8117178"/>
          </a:xfrm>
          <a:custGeom>
            <a:avLst/>
            <a:gdLst/>
            <a:ahLst/>
            <a:cxnLst/>
            <a:rect r="r" b="b" t="t" l="l"/>
            <a:pathLst>
              <a:path h="8117178" w="22211183">
                <a:moveTo>
                  <a:pt x="0" y="0"/>
                </a:moveTo>
                <a:lnTo>
                  <a:pt x="22211182" y="0"/>
                </a:lnTo>
                <a:lnTo>
                  <a:pt x="22211182" y="8117178"/>
                </a:lnTo>
                <a:lnTo>
                  <a:pt x="0" y="811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91372" y="3134020"/>
            <a:ext cx="12105255" cy="434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5"/>
              </a:lnSpc>
            </a:pPr>
            <a:r>
              <a:rPr lang="en-US" sz="16765" spc="-3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AWS &amp;</a:t>
            </a:r>
            <a:r>
              <a:rPr lang="en-US" sz="16765" spc="-3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603531"/>
            <a:ext cx="22951717" cy="3086100"/>
            <a:chOff x="0" y="0"/>
            <a:chExt cx="60448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4897" cy="812800"/>
            </a:xfrm>
            <a:custGeom>
              <a:avLst/>
              <a:gdLst/>
              <a:ahLst/>
              <a:cxnLst/>
              <a:rect r="r" b="b" t="t" l="l"/>
              <a:pathLst>
                <a:path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285310" y="2528739"/>
            <a:ext cx="7717380" cy="6397095"/>
          </a:xfrm>
          <a:custGeom>
            <a:avLst/>
            <a:gdLst/>
            <a:ahLst/>
            <a:cxnLst/>
            <a:rect r="r" b="b" t="t" l="l"/>
            <a:pathLst>
              <a:path h="6397095" w="7717380">
                <a:moveTo>
                  <a:pt x="0" y="0"/>
                </a:moveTo>
                <a:lnTo>
                  <a:pt x="7717380" y="0"/>
                </a:lnTo>
                <a:lnTo>
                  <a:pt x="7717380" y="6397095"/>
                </a:lnTo>
                <a:lnTo>
                  <a:pt x="0" y="6397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4241" y="677195"/>
            <a:ext cx="1574505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spc="-162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GENERATIVE AI – FOUNDATION MODELS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38128" y="2609980"/>
            <a:ext cx="3992933" cy="7115764"/>
          </a:xfrm>
          <a:custGeom>
            <a:avLst/>
            <a:gdLst/>
            <a:ahLst/>
            <a:cxnLst/>
            <a:rect r="r" b="b" t="t" l="l"/>
            <a:pathLst>
              <a:path h="7115764" w="3992933">
                <a:moveTo>
                  <a:pt x="0" y="0"/>
                </a:moveTo>
                <a:lnTo>
                  <a:pt x="3992933" y="0"/>
                </a:lnTo>
                <a:lnTo>
                  <a:pt x="3992933" y="7115764"/>
                </a:lnTo>
                <a:lnTo>
                  <a:pt x="0" y="7115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4549" y="902204"/>
            <a:ext cx="13138903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spc="-16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GEN AI – TOKENS &amp; EMBEDDINGS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603531"/>
            <a:ext cx="22951717" cy="3086100"/>
            <a:chOff x="0" y="0"/>
            <a:chExt cx="60448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4897" cy="812800"/>
            </a:xfrm>
            <a:custGeom>
              <a:avLst/>
              <a:gdLst/>
              <a:ahLst/>
              <a:cxnLst/>
              <a:rect r="r" b="b" t="t" l="l"/>
              <a:pathLst>
                <a:path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93511" y="2232878"/>
            <a:ext cx="11100978" cy="5821245"/>
          </a:xfrm>
          <a:custGeom>
            <a:avLst/>
            <a:gdLst/>
            <a:ahLst/>
            <a:cxnLst/>
            <a:rect r="r" b="b" t="t" l="l"/>
            <a:pathLst>
              <a:path h="5821245" w="11100978">
                <a:moveTo>
                  <a:pt x="0" y="0"/>
                </a:moveTo>
                <a:lnTo>
                  <a:pt x="11100978" y="0"/>
                </a:lnTo>
                <a:lnTo>
                  <a:pt x="11100978" y="5821244"/>
                </a:lnTo>
                <a:lnTo>
                  <a:pt x="0" y="5821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43114" y="894929"/>
            <a:ext cx="15653261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-125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GEN AI – TRANSFORMERS &amp; THE MECHANISM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603531"/>
            <a:ext cx="22951717" cy="3086100"/>
            <a:chOff x="0" y="0"/>
            <a:chExt cx="60448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4897" cy="812800"/>
            </a:xfrm>
            <a:custGeom>
              <a:avLst/>
              <a:gdLst/>
              <a:ahLst/>
              <a:cxnLst/>
              <a:rect r="r" b="b" t="t" l="l"/>
              <a:pathLst>
                <a:path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04544" y="4713611"/>
            <a:ext cx="9478911" cy="101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8"/>
              </a:lnSpc>
            </a:pPr>
            <a:r>
              <a:rPr lang="en-US" sz="7668" spc="-138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THANKS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DAHUJ_fh5CM</dc:identifier>
  <dcterms:modified xsi:type="dcterms:W3CDTF">2011-08-01T06:04:30Z</dcterms:modified>
  <cp:revision>1</cp:revision>
  <dc:title>AWS &amp; Generative AI</dc:title>
</cp:coreProperties>
</file>