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24497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4497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4497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4497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603530"/>
            <a:ext cx="18288000" cy="683895"/>
          </a:xfrm>
          <a:custGeom>
            <a:avLst/>
            <a:gdLst/>
            <a:ahLst/>
            <a:cxnLst/>
            <a:rect l="l" t="t" r="r" b="b"/>
            <a:pathLst>
              <a:path w="18288000" h="683895">
                <a:moveTo>
                  <a:pt x="18287999" y="683469"/>
                </a:moveTo>
                <a:lnTo>
                  <a:pt x="0" y="68346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683469"/>
                </a:lnTo>
                <a:close/>
              </a:path>
            </a:pathLst>
          </a:custGeom>
          <a:solidFill>
            <a:srgbClr val="2449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738565"/>
            <a:ext cx="16152494" cy="15125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24497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4497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148327" y="0"/>
            <a:ext cx="14140180" cy="10287000"/>
            <a:chOff x="4148327" y="0"/>
            <a:chExt cx="1414018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38368" y="0"/>
              <a:ext cx="7949630" cy="10286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8327" y="3581400"/>
              <a:ext cx="9589007" cy="312419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626705" y="3853392"/>
            <a:ext cx="8663940" cy="258064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750" spc="-2115">
                <a:solidFill>
                  <a:srgbClr val="FFFFFF"/>
                </a:solidFill>
              </a:rPr>
              <a:t>A</a:t>
            </a:r>
            <a:r>
              <a:rPr dirty="0" sz="16750" spc="-1825">
                <a:solidFill>
                  <a:srgbClr val="FFFFFF"/>
                </a:solidFill>
              </a:rPr>
              <a:t>W</a:t>
            </a:r>
            <a:r>
              <a:rPr dirty="0" sz="16750" spc="-1455">
                <a:solidFill>
                  <a:srgbClr val="FFFFFF"/>
                </a:solidFill>
              </a:rPr>
              <a:t>S</a:t>
            </a:r>
            <a:r>
              <a:rPr dirty="0" sz="16750" spc="-1720">
                <a:solidFill>
                  <a:srgbClr val="FFFFFF"/>
                </a:solidFill>
              </a:rPr>
              <a:t> </a:t>
            </a:r>
            <a:r>
              <a:rPr dirty="0" sz="16750" spc="-2800">
                <a:solidFill>
                  <a:srgbClr val="FFFFFF"/>
                </a:solidFill>
              </a:rPr>
              <a:t>GEN</a:t>
            </a:r>
            <a:r>
              <a:rPr dirty="0" sz="16750" spc="-1720">
                <a:solidFill>
                  <a:srgbClr val="FFFFFF"/>
                </a:solidFill>
              </a:rPr>
              <a:t> </a:t>
            </a:r>
            <a:r>
              <a:rPr dirty="0" sz="16750" spc="-1510">
                <a:solidFill>
                  <a:srgbClr val="FFFFFF"/>
                </a:solidFill>
              </a:rPr>
              <a:t>AI</a:t>
            </a:r>
            <a:endParaRPr sz="16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4854" y="2839509"/>
            <a:ext cx="10791824" cy="51244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570"/>
              <a:t>LLAMA</a:t>
            </a:r>
            <a:r>
              <a:rPr dirty="0" sz="6000" spc="-600"/>
              <a:t> </a:t>
            </a:r>
            <a:r>
              <a:rPr dirty="0" sz="6000" spc="-635"/>
              <a:t>(META)</a:t>
            </a:r>
            <a:r>
              <a:rPr dirty="0" sz="6000" spc="-600"/>
              <a:t> </a:t>
            </a:r>
            <a:r>
              <a:rPr dirty="0" sz="6000" spc="-355"/>
              <a:t>–</a:t>
            </a:r>
            <a:r>
              <a:rPr dirty="0" sz="6000" spc="-600"/>
              <a:t> </a:t>
            </a:r>
            <a:r>
              <a:rPr dirty="0" sz="6000" spc="-840"/>
              <a:t>OPEN-</a:t>
            </a:r>
            <a:r>
              <a:rPr dirty="0" sz="6000" spc="-960"/>
              <a:t>WEIGHT</a:t>
            </a:r>
            <a:r>
              <a:rPr dirty="0" sz="6000" spc="-600"/>
              <a:t> </a:t>
            </a:r>
            <a:r>
              <a:rPr dirty="0" sz="6000" spc="-710"/>
              <a:t>FLEXIBILITY</a:t>
            </a:r>
            <a:r>
              <a:rPr dirty="0" sz="6000" spc="-600"/>
              <a:t> </a:t>
            </a:r>
            <a:r>
              <a:rPr dirty="0" sz="6000" spc="-1230"/>
              <a:t>&amp;</a:t>
            </a:r>
            <a:r>
              <a:rPr dirty="0" sz="6000" spc="-600"/>
              <a:t> </a:t>
            </a:r>
            <a:r>
              <a:rPr dirty="0" sz="6000" spc="-819"/>
              <a:t>CUSTOMIZATION</a:t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4497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3510" y="3512756"/>
            <a:ext cx="11096623" cy="49625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0775" y="618744"/>
            <a:ext cx="11658599" cy="1496567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57755">
              <a:lnSpc>
                <a:spcPct val="100000"/>
              </a:lnSpc>
              <a:spcBef>
                <a:spcPts val="100"/>
              </a:spcBef>
            </a:pPr>
            <a:r>
              <a:rPr dirty="0" spc="-944">
                <a:solidFill>
                  <a:srgbClr val="FFFFFF"/>
                </a:solidFill>
              </a:rPr>
              <a:t>MODEL</a:t>
            </a:r>
            <a:r>
              <a:rPr dirty="0" spc="-819">
                <a:solidFill>
                  <a:srgbClr val="FFFFFF"/>
                </a:solidFill>
              </a:rPr>
              <a:t> </a:t>
            </a:r>
            <a:r>
              <a:rPr dirty="0" spc="-1095">
                <a:solidFill>
                  <a:srgbClr val="FFFFFF"/>
                </a:solidFill>
              </a:rPr>
              <a:t>SELECTION</a:t>
            </a:r>
            <a:r>
              <a:rPr dirty="0" spc="-819">
                <a:solidFill>
                  <a:srgbClr val="FFFFFF"/>
                </a:solidFill>
              </a:rPr>
              <a:t> </a:t>
            </a:r>
            <a:r>
              <a:rPr dirty="0" spc="-1015">
                <a:solidFill>
                  <a:srgbClr val="FFFFFF"/>
                </a:solidFill>
              </a:rPr>
              <a:t>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3350" y="3703463"/>
            <a:ext cx="9753924" cy="428178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0672" rIns="0" bIns="0" rtlCol="0" vert="horz">
            <a:spAutoFit/>
          </a:bodyPr>
          <a:lstStyle/>
          <a:p>
            <a:pPr marL="3529329">
              <a:lnSpc>
                <a:spcPct val="100000"/>
              </a:lnSpc>
              <a:spcBef>
                <a:spcPts val="100"/>
              </a:spcBef>
            </a:pPr>
            <a:r>
              <a:rPr dirty="0" spc="-1120"/>
              <a:t>BEDROCK</a:t>
            </a:r>
            <a:r>
              <a:rPr dirty="0" spc="-825"/>
              <a:t> </a:t>
            </a:r>
            <a:r>
              <a:rPr dirty="0" spc="-1155"/>
              <a:t>PLAYGROUNDS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22351" y="3964263"/>
            <a:ext cx="7886700" cy="119443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650" spc="-1025"/>
              <a:t>THANKS</a:t>
            </a:r>
            <a:r>
              <a:rPr dirty="0" sz="7650" spc="-795"/>
              <a:t> </a:t>
            </a:r>
            <a:r>
              <a:rPr dirty="0" sz="7650" spc="-1165"/>
              <a:t>FOR</a:t>
            </a:r>
            <a:r>
              <a:rPr dirty="0" sz="7650" spc="-780"/>
              <a:t> </a:t>
            </a:r>
            <a:r>
              <a:rPr dirty="0" sz="7650" spc="-1215"/>
              <a:t>WATCHING</a:t>
            </a:r>
            <a:endParaRPr sz="7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Charan</dc:creator>
  <cp:keywords>DAHVdYoZ4Rk,BAGSeOLN1gY</cp:keywords>
  <dc:title>AWS Gen Ai</dc:title>
  <dcterms:created xsi:type="dcterms:W3CDTF">2026-09-18T10:15:36Z</dcterms:created>
  <dcterms:modified xsi:type="dcterms:W3CDTF">2026-09-18T10:15:36Z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2026-09-17T00:00:00Z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2026-09-18T00:00:00Z</vt:filetime>
  </property>
  <property fmtid="{D5CDD505-2E9C-101B-9397-08002B2CF9AE}" pid="6" name="Producer">
    <vt:lpwstr>Canva</vt:lpwstr>
  </property>
</Properties>
</file>