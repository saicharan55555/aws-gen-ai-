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ntonio Bold" charset="1" panose="02000803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CE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80295" y="3303663"/>
            <a:ext cx="9727410" cy="291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05"/>
              </a:lnSpc>
            </a:pPr>
            <a:r>
              <a:rPr lang="en-US" sz="17075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AWS GEN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6871" y="3663949"/>
            <a:ext cx="12092006" cy="4238895"/>
          </a:xfrm>
          <a:custGeom>
            <a:avLst/>
            <a:gdLst/>
            <a:ahLst/>
            <a:cxnLst/>
            <a:rect r="r" b="b" t="t" l="l"/>
            <a:pathLst>
              <a:path h="4238895" w="12092006">
                <a:moveTo>
                  <a:pt x="0" y="0"/>
                </a:moveTo>
                <a:lnTo>
                  <a:pt x="12092005" y="0"/>
                </a:lnTo>
                <a:lnTo>
                  <a:pt x="12092005" y="4238895"/>
                </a:lnTo>
                <a:lnTo>
                  <a:pt x="0" y="4238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65493" y="866775"/>
            <a:ext cx="13594760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MO</a:t>
            </a:r>
            <a:r>
              <a:rPr lang="en-US" b="true" sz="8000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DEL ACCESS &amp; AWS MARKETPLACE</a:t>
            </a:r>
          </a:p>
          <a:p>
            <a:pPr algn="l" marL="0" indent="0" lvl="0">
              <a:lnSpc>
                <a:spcPts val="11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15677" y="3325183"/>
            <a:ext cx="8456646" cy="5637764"/>
          </a:xfrm>
          <a:custGeom>
            <a:avLst/>
            <a:gdLst/>
            <a:ahLst/>
            <a:cxnLst/>
            <a:rect r="r" b="b" t="t" l="l"/>
            <a:pathLst>
              <a:path h="5637764" w="8456646">
                <a:moveTo>
                  <a:pt x="0" y="0"/>
                </a:moveTo>
                <a:lnTo>
                  <a:pt x="8456646" y="0"/>
                </a:lnTo>
                <a:lnTo>
                  <a:pt x="8456646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74628" y="866775"/>
            <a:ext cx="10563967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INFERENCE PARAMETERS</a:t>
            </a:r>
          </a:p>
          <a:p>
            <a:pPr algn="l" marL="0" indent="0" lvl="0">
              <a:lnSpc>
                <a:spcPts val="11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93511" y="3082107"/>
            <a:ext cx="11100978" cy="5383151"/>
          </a:xfrm>
          <a:custGeom>
            <a:avLst/>
            <a:gdLst/>
            <a:ahLst/>
            <a:cxnLst/>
            <a:rect r="r" b="b" t="t" l="l"/>
            <a:pathLst>
              <a:path h="5383151" w="11100978">
                <a:moveTo>
                  <a:pt x="0" y="0"/>
                </a:moveTo>
                <a:lnTo>
                  <a:pt x="11100978" y="0"/>
                </a:lnTo>
                <a:lnTo>
                  <a:pt x="11100978" y="5383151"/>
                </a:lnTo>
                <a:lnTo>
                  <a:pt x="0" y="5383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682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90989" y="450770"/>
            <a:ext cx="12598404" cy="313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592"/>
              </a:lnSpc>
              <a:spcBef>
                <a:spcPct val="0"/>
              </a:spcBef>
            </a:pPr>
            <a:r>
              <a:rPr lang="en-US" b="true" sz="8994" u="non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OPTIMIZING INFERENCE</a:t>
            </a:r>
          </a:p>
          <a:p>
            <a:pPr algn="l" marL="0" indent="0" lvl="0">
              <a:lnSpc>
                <a:spcPts val="1259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0947" y="2185935"/>
            <a:ext cx="12486106" cy="561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9"/>
              </a:lnSpc>
            </a:pPr>
            <a:r>
              <a:rPr lang="en-US" b="true" sz="1612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THANKS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DAHVdax_eyE</dc:identifier>
  <dcterms:modified xsi:type="dcterms:W3CDTF">2011-08-01T06:04:30Z</dcterms:modified>
  <cp:revision>1</cp:revision>
  <dc:title>aws gen ai</dc:title>
</cp:coreProperties>
</file>