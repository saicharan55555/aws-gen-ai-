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DM Serif Display" charset="1" panose="00000000000000000000"/>
      <p:regular r:id="rId10"/>
    </p:embeddedFont>
    <p:embeddedFont>
      <p:font typeface="Be Vietnam Ultra-Bold" charset="1" panose="000009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52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506" y="4610130"/>
            <a:ext cx="15772987" cy="155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4"/>
              </a:lnSpc>
            </a:pPr>
            <a:r>
              <a:rPr lang="en-US" sz="1341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AWS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2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8257" y="3207491"/>
            <a:ext cx="9391487" cy="5346167"/>
          </a:xfrm>
          <a:custGeom>
            <a:avLst/>
            <a:gdLst/>
            <a:ahLst/>
            <a:cxnLst/>
            <a:rect r="r" b="b" t="t" l="l"/>
            <a:pathLst>
              <a:path h="5346167" w="9391487">
                <a:moveTo>
                  <a:pt x="0" y="0"/>
                </a:moveTo>
                <a:lnTo>
                  <a:pt x="9391486" y="0"/>
                </a:lnTo>
                <a:lnTo>
                  <a:pt x="9391486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2397" y="631825"/>
            <a:ext cx="17137185" cy="88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Core AI/ML – Supervised vs. Unsupervised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2357" y="2809476"/>
            <a:ext cx="10603286" cy="5949918"/>
          </a:xfrm>
          <a:custGeom>
            <a:avLst/>
            <a:gdLst/>
            <a:ahLst/>
            <a:cxnLst/>
            <a:rect r="r" b="b" t="t" l="l"/>
            <a:pathLst>
              <a:path h="5949918" w="10603286">
                <a:moveTo>
                  <a:pt x="0" y="0"/>
                </a:moveTo>
                <a:lnTo>
                  <a:pt x="10603286" y="0"/>
                </a:lnTo>
                <a:lnTo>
                  <a:pt x="10603286" y="5949917"/>
                </a:lnTo>
                <a:lnTo>
                  <a:pt x="0" y="5949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8328" y="447675"/>
            <a:ext cx="1313134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525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Core AI/ML – Training vs. Inference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52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3468" y="4489450"/>
            <a:ext cx="1054106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DAHUJjLeVIw</dc:identifier>
  <dcterms:modified xsi:type="dcterms:W3CDTF">2011-08-01T06:04:30Z</dcterms:modified>
  <cp:revision>1</cp:revision>
  <dc:title>AWS Generative AI</dc:title>
</cp:coreProperties>
</file>