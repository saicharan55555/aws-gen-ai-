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Futura Bold" charset="1" panose="020B0702020204020203"/>
      <p:regular r:id="rId11"/>
    </p:embeddedFont>
    <p:embeddedFont>
      <p:font typeface="Futura Heavy" charset="1" panose="020B0903020204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5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18092" y="3142417"/>
            <a:ext cx="11851816" cy="3973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5"/>
              </a:lnSpc>
            </a:pPr>
            <a:r>
              <a:rPr lang="en-US" sz="9661" b="true">
                <a:solidFill>
                  <a:srgbClr val="1B1A19"/>
                </a:solidFill>
                <a:latin typeface="Futura Bold"/>
                <a:ea typeface="Futura Bold"/>
                <a:cs typeface="Futura Bold"/>
                <a:sym typeface="Futura Bold"/>
              </a:rPr>
              <a:t>AWS &amp; Generative AI Fundamentals</a:t>
            </a:r>
          </a:p>
          <a:p>
            <a:pPr algn="l">
              <a:lnSpc>
                <a:spcPts val="985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5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93511" y="2368256"/>
            <a:ext cx="11100978" cy="5550489"/>
          </a:xfrm>
          <a:custGeom>
            <a:avLst/>
            <a:gdLst/>
            <a:ahLst/>
            <a:cxnLst/>
            <a:rect r="r" b="b" t="t" l="l"/>
            <a:pathLst>
              <a:path h="5550489" w="11100978">
                <a:moveTo>
                  <a:pt x="0" y="0"/>
                </a:moveTo>
                <a:lnTo>
                  <a:pt x="11100978" y="0"/>
                </a:lnTo>
                <a:lnTo>
                  <a:pt x="11100978" y="5550488"/>
                </a:lnTo>
                <a:lnTo>
                  <a:pt x="0" y="5550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7623" y="377428"/>
            <a:ext cx="16321677" cy="108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6"/>
              </a:lnSpc>
              <a:spcBef>
                <a:spcPct val="0"/>
              </a:spcBef>
            </a:pPr>
            <a:r>
              <a:rPr lang="en-US" b="true" sz="5718" spc="-417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AWS GLOBAL I</a:t>
            </a:r>
            <a:r>
              <a:rPr lang="en-US" b="true" sz="5718" spc="-417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N</a:t>
            </a:r>
            <a:r>
              <a:rPr lang="en-US" b="true" sz="5718" spc="-417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FRAS</a:t>
            </a:r>
            <a:r>
              <a:rPr lang="en-US" b="true" sz="5718" spc="-417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TRUC</a:t>
            </a:r>
            <a:r>
              <a:rPr lang="en-US" b="true" sz="5718" spc="-417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TURE – REG</a:t>
            </a:r>
            <a:r>
              <a:rPr lang="en-US" b="true" sz="5718" spc="-417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I</a:t>
            </a:r>
            <a:r>
              <a:rPr lang="en-US" b="true" sz="5718" spc="-417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O</a:t>
            </a:r>
            <a:r>
              <a:rPr lang="en-US" b="true" sz="5718" spc="-417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N</a:t>
            </a:r>
            <a:r>
              <a:rPr lang="en-US" b="true" sz="5718" spc="-417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48765" y="2906568"/>
            <a:ext cx="10190470" cy="4473865"/>
          </a:xfrm>
          <a:custGeom>
            <a:avLst/>
            <a:gdLst/>
            <a:ahLst/>
            <a:cxnLst/>
            <a:rect r="r" b="b" t="t" l="l"/>
            <a:pathLst>
              <a:path h="4473865" w="10190470">
                <a:moveTo>
                  <a:pt x="0" y="0"/>
                </a:moveTo>
                <a:lnTo>
                  <a:pt x="10190470" y="0"/>
                </a:lnTo>
                <a:lnTo>
                  <a:pt x="10190470" y="4473864"/>
                </a:lnTo>
                <a:lnTo>
                  <a:pt x="0" y="447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72453" y="319748"/>
            <a:ext cx="15005414" cy="76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26"/>
              </a:lnSpc>
              <a:spcBef>
                <a:spcPct val="0"/>
              </a:spcBef>
            </a:pPr>
            <a:r>
              <a:rPr lang="en-US" b="true" sz="4018" spc="-293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AWS GL</a:t>
            </a:r>
            <a:r>
              <a:rPr lang="en-US" b="true" sz="4018" spc="-293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O</a:t>
            </a:r>
            <a:r>
              <a:rPr lang="en-US" b="true" sz="4018" spc="-293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BAL – AVAILABIL</a:t>
            </a:r>
            <a:r>
              <a:rPr lang="en-US" b="true" sz="4018" spc="-293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I</a:t>
            </a:r>
            <a:r>
              <a:rPr lang="en-US" b="true" sz="4018" spc="-293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TY Z</a:t>
            </a:r>
            <a:r>
              <a:rPr lang="en-US" b="true" sz="4018" spc="-293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O</a:t>
            </a:r>
            <a:r>
              <a:rPr lang="en-US" b="true" sz="4018" spc="-293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NE</a:t>
            </a:r>
            <a:r>
              <a:rPr lang="en-US" b="true" sz="4018" spc="-293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S</a:t>
            </a:r>
            <a:r>
              <a:rPr lang="en-US" b="true" sz="4018" spc="-293" strike="noStrike" u="none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5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93511" y="2977456"/>
            <a:ext cx="11100978" cy="4332089"/>
          </a:xfrm>
          <a:custGeom>
            <a:avLst/>
            <a:gdLst/>
            <a:ahLst/>
            <a:cxnLst/>
            <a:rect r="r" b="b" t="t" l="l"/>
            <a:pathLst>
              <a:path h="4332089" w="11100978">
                <a:moveTo>
                  <a:pt x="0" y="0"/>
                </a:moveTo>
                <a:lnTo>
                  <a:pt x="11100978" y="0"/>
                </a:lnTo>
                <a:lnTo>
                  <a:pt x="11100978" y="4332088"/>
                </a:lnTo>
                <a:lnTo>
                  <a:pt x="0" y="4332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6307" y="436988"/>
            <a:ext cx="11577264" cy="98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1"/>
              </a:lnSpc>
              <a:spcBef>
                <a:spcPct val="0"/>
              </a:spcBef>
            </a:pPr>
            <a:r>
              <a:rPr lang="en-US" b="true" sz="5158">
                <a:solidFill>
                  <a:srgbClr val="1B1A19"/>
                </a:solidFill>
                <a:latin typeface="Futura Bold"/>
                <a:ea typeface="Futura Bold"/>
                <a:cs typeface="Futura Bold"/>
                <a:sym typeface="Futura Bold"/>
              </a:rPr>
              <a:t>AWS Global Infrastructure – IAM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56847" y="4481467"/>
            <a:ext cx="14207520" cy="110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7"/>
              </a:lnSpc>
              <a:spcBef>
                <a:spcPct val="0"/>
              </a:spcBef>
            </a:pPr>
            <a:r>
              <a:rPr lang="en-US" b="true" sz="5826" spc="-425">
                <a:solidFill>
                  <a:srgbClr val="1B1A19"/>
                </a:solidFill>
                <a:latin typeface="Futura Heavy"/>
                <a:ea typeface="Futura Heavy"/>
                <a:cs typeface="Futura Heavy"/>
                <a:sym typeface="Futura Heavy"/>
              </a:rPr>
              <a:t>THANKS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DAHUJlY3cao</dc:identifier>
  <dcterms:modified xsi:type="dcterms:W3CDTF">2011-08-01T06:04:30Z</dcterms:modified>
  <cp:revision>1</cp:revision>
  <dc:title>AWS &amp; Generative AI Fundamentals</dc:title>
</cp:coreProperties>
</file>